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7" r:id="rId6"/>
    <p:sldId id="260" r:id="rId7"/>
    <p:sldId id="259" r:id="rId8"/>
    <p:sldId id="262" r:id="rId9"/>
    <p:sldId id="263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007851" cy="2971801"/>
          </a:xfrm>
        </p:spPr>
        <p:txBody>
          <a:bodyPr/>
          <a:lstStyle/>
          <a:p>
            <a:r>
              <a:rPr lang="en-US" dirty="0" smtClean="0"/>
              <a:t>Azure SQL – Cloud 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Cooper Black" panose="0208090404030B020404" pitchFamily="18" charset="0"/>
              </a:rPr>
              <a:t>George Walkey</a:t>
            </a:r>
          </a:p>
          <a:p>
            <a:r>
              <a:rPr lang="en-US" dirty="0" smtClean="0">
                <a:solidFill>
                  <a:schemeClr val="tx1"/>
                </a:solidFill>
                <a:latin typeface="Cooper Black" panose="0208090404030B020404" pitchFamily="18" charset="0"/>
              </a:rPr>
              <a:t>DBA</a:t>
            </a:r>
          </a:p>
          <a:p>
            <a:r>
              <a:rPr lang="en-US" dirty="0" smtClean="0">
                <a:solidFill>
                  <a:schemeClr val="tx1"/>
                </a:solidFill>
                <a:latin typeface="Cooper Black" panose="0208090404030B020404" pitchFamily="18" charset="0"/>
              </a:rPr>
              <a:t>Patient First</a:t>
            </a:r>
          </a:p>
          <a:p>
            <a:r>
              <a:rPr lang="en-US" dirty="0" smtClean="0">
                <a:solidFill>
                  <a:schemeClr val="tx1"/>
                </a:solidFill>
                <a:latin typeface="Cooper Black" panose="0208090404030B020404" pitchFamily="18" charset="0"/>
              </a:rPr>
              <a:t>Richmond, VA</a:t>
            </a:r>
            <a:endParaRPr lang="en-US" dirty="0">
              <a:solidFill>
                <a:schemeClr val="tx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70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7441693" cy="69119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4211" y="1221230"/>
            <a:ext cx="1075050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1) Migrate On-Premises DB to Azure SQL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a) SSMS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b) SQLPackage.exe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c) DACFx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d) SSDT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e) </a:t>
            </a:r>
            <a:r>
              <a:rPr lang="en-US" sz="2400" dirty="0" smtClean="0">
                <a:solidFill>
                  <a:srgbClr val="FFFF00"/>
                </a:solidFill>
              </a:rPr>
              <a:t>github.com/</a:t>
            </a:r>
            <a:r>
              <a:rPr lang="en-US" sz="2400" dirty="0" err="1" smtClean="0">
                <a:solidFill>
                  <a:srgbClr val="FFFF00"/>
                </a:solidFill>
              </a:rPr>
              <a:t>gwalkey</a:t>
            </a:r>
            <a:endParaRPr lang="en-US" sz="2400" dirty="0" smtClean="0">
              <a:solidFill>
                <a:srgbClr val="FFFF00"/>
              </a:solidFill>
            </a:endParaRPr>
          </a:p>
          <a:p>
            <a:r>
              <a:rPr lang="en-US" sz="2400" dirty="0" smtClean="0"/>
              <a:t>2) Backup to URL</a:t>
            </a:r>
          </a:p>
          <a:p>
            <a:r>
              <a:rPr lang="en-US" sz="2400" dirty="0" smtClean="0"/>
              <a:t>	a) Create Azure Blob Storage Container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b) Create Cred on local SQL using Azure Storage Container and Key</a:t>
            </a:r>
          </a:p>
          <a:p>
            <a:r>
              <a:rPr lang="en-US" sz="2400" dirty="0" smtClean="0"/>
              <a:t>3) Stretch Database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a) Creates a NEW Azure SQL Database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b) Copies ALL local records up to Azure DB</a:t>
            </a:r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7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/>
              <a:t>Migrate On-Premises DB to Azure 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Upsizing Method 1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1) </a:t>
            </a:r>
            <a:r>
              <a:rPr lang="en-US" sz="3200" dirty="0" smtClean="0">
                <a:solidFill>
                  <a:srgbClr val="FF0000"/>
                </a:solidFill>
              </a:rPr>
              <a:t>SSMS</a:t>
            </a:r>
            <a:r>
              <a:rPr lang="en-US" sz="3200" dirty="0" smtClean="0"/>
              <a:t> –</a:t>
            </a:r>
          </a:p>
          <a:p>
            <a:r>
              <a:rPr lang="en-US" sz="3200" dirty="0" smtClean="0"/>
              <a:t>	</a:t>
            </a:r>
            <a:r>
              <a:rPr lang="en-US" sz="3200" dirty="0"/>
              <a:t>	</a:t>
            </a:r>
            <a:r>
              <a:rPr lang="en-US" sz="3200" dirty="0" smtClean="0"/>
              <a:t>a) Creates a local </a:t>
            </a:r>
            <a:r>
              <a:rPr lang="en-US" sz="3200" dirty="0" smtClean="0">
                <a:solidFill>
                  <a:srgbClr val="FFFF00"/>
                </a:solidFill>
              </a:rPr>
              <a:t>Bacpac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	b) Copies </a:t>
            </a:r>
            <a:r>
              <a:rPr lang="en-US" sz="3200" dirty="0" smtClean="0">
                <a:solidFill>
                  <a:srgbClr val="FFFF00"/>
                </a:solidFill>
              </a:rPr>
              <a:t>Bacpac</a:t>
            </a:r>
            <a:r>
              <a:rPr lang="en-US" sz="3200" dirty="0" smtClean="0"/>
              <a:t> to your Azure account</a:t>
            </a:r>
          </a:p>
          <a:p>
            <a:r>
              <a:rPr lang="en-US" sz="3200" dirty="0" smtClean="0"/>
              <a:t>		c) Creates the Azure SQL Db from that </a:t>
            </a:r>
            <a:r>
              <a:rPr lang="en-US" sz="3200" dirty="0" smtClean="0">
                <a:solidFill>
                  <a:srgbClr val="FFFF00"/>
                </a:solidFill>
              </a:rPr>
              <a:t>Bacpac</a:t>
            </a:r>
          </a:p>
          <a:p>
            <a:r>
              <a:rPr lang="en-US" sz="3200" dirty="0" smtClean="0"/>
              <a:t>		d) Wizard allows you to chose Size/Edition/GB</a:t>
            </a:r>
          </a:p>
          <a:p>
            <a:r>
              <a:rPr lang="en-US" sz="3200" dirty="0" smtClean="0"/>
              <a:t>		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1520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/>
              <a:t>Migrate On-Premises DB to Azure 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Upsizing Method 2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1) </a:t>
            </a:r>
            <a:r>
              <a:rPr lang="en-US" sz="3200" dirty="0" smtClean="0">
                <a:solidFill>
                  <a:srgbClr val="FF0000"/>
                </a:solidFill>
              </a:rPr>
              <a:t>SQLPackage.exe</a:t>
            </a:r>
            <a:endParaRPr lang="en-US" sz="3200" dirty="0" smtClean="0"/>
          </a:p>
          <a:p>
            <a:r>
              <a:rPr lang="en-US" sz="3200" dirty="0"/>
              <a:t>	</a:t>
            </a:r>
            <a:r>
              <a:rPr lang="en-US" sz="3200" dirty="0" smtClean="0"/>
              <a:t>a) Test Exporting Schema </a:t>
            </a:r>
            <a:r>
              <a:rPr lang="en-US" sz="3200" smtClean="0"/>
              <a:t>for errors</a:t>
            </a:r>
          </a:p>
          <a:p>
            <a:endParaRPr lang="en-US" sz="3200" dirty="0" smtClean="0"/>
          </a:p>
          <a:p>
            <a:r>
              <a:rPr lang="en-US" sz="3200" dirty="0" smtClean="0"/>
              <a:t>sqlpackage.exe</a:t>
            </a:r>
          </a:p>
          <a:p>
            <a:r>
              <a:rPr lang="en-US" sz="3200" dirty="0"/>
              <a:t>/</a:t>
            </a:r>
            <a:r>
              <a:rPr lang="en-US" sz="3200" dirty="0" err="1"/>
              <a:t>Action:Export</a:t>
            </a:r>
            <a:r>
              <a:rPr lang="en-US" sz="3200" dirty="0"/>
              <a:t> </a:t>
            </a:r>
            <a:endParaRPr lang="en-US" sz="3200" dirty="0" smtClean="0"/>
          </a:p>
          <a:p>
            <a:r>
              <a:rPr lang="en-US" sz="3200" dirty="0" smtClean="0"/>
              <a:t>/</a:t>
            </a:r>
            <a:r>
              <a:rPr lang="en-US" sz="3200" dirty="0" err="1" smtClean="0"/>
              <a:t>ssn:localhost</a:t>
            </a:r>
            <a:endParaRPr lang="en-US" sz="3200" dirty="0" smtClean="0"/>
          </a:p>
          <a:p>
            <a:r>
              <a:rPr lang="en-US" sz="3200" dirty="0" smtClean="0"/>
              <a:t>/sdn:AdventureWorks2018</a:t>
            </a:r>
          </a:p>
          <a:p>
            <a:r>
              <a:rPr lang="en-US" sz="3200" dirty="0" smtClean="0"/>
              <a:t>/</a:t>
            </a:r>
            <a:r>
              <a:rPr lang="en-US" sz="3200" dirty="0" err="1" smtClean="0"/>
              <a:t>tf:C</a:t>
            </a:r>
            <a:r>
              <a:rPr lang="en-US" sz="3200" dirty="0" smtClean="0"/>
              <a:t>:\</a:t>
            </a:r>
            <a:r>
              <a:rPr lang="en-US" sz="3200" dirty="0" err="1" smtClean="0"/>
              <a:t>bacpacs</a:t>
            </a:r>
            <a:r>
              <a:rPr lang="en-US" sz="3200" dirty="0" smtClean="0"/>
              <a:t>\AW2018.</a:t>
            </a:r>
            <a:r>
              <a:rPr lang="en-US" sz="3200" dirty="0" smtClean="0">
                <a:solidFill>
                  <a:srgbClr val="FFFF00"/>
                </a:solidFill>
              </a:rPr>
              <a:t>bacpac</a:t>
            </a:r>
          </a:p>
          <a:p>
            <a:r>
              <a:rPr lang="en-US" sz="3200" dirty="0" smtClean="0"/>
              <a:t>/</a:t>
            </a:r>
            <a:r>
              <a:rPr lang="en-US" sz="3200" dirty="0" err="1" smtClean="0"/>
              <a:t>p:TableData</a:t>
            </a:r>
            <a:r>
              <a:rPr lang="en-US" sz="3200" dirty="0" smtClean="0"/>
              <a:t>=</a:t>
            </a:r>
            <a:r>
              <a:rPr lang="en-US" sz="3200" dirty="0" err="1" smtClean="0"/>
              <a:t>dbo.table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2937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/>
              <a:t>Migrate On-Premises DB to Azure 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Upsizing Method 2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1) </a:t>
            </a:r>
            <a:r>
              <a:rPr lang="en-US" sz="3200" dirty="0" smtClean="0">
                <a:solidFill>
                  <a:srgbClr val="FF0000"/>
                </a:solidFill>
              </a:rPr>
              <a:t>SQLPackage.exe</a:t>
            </a:r>
            <a:endParaRPr lang="en-US" sz="3200" dirty="0" smtClean="0"/>
          </a:p>
          <a:p>
            <a:r>
              <a:rPr lang="en-US" sz="3200" dirty="0" smtClean="0"/>
              <a:t>	</a:t>
            </a:r>
            <a:r>
              <a:rPr lang="en-US" sz="3200" dirty="0"/>
              <a:t>	</a:t>
            </a:r>
            <a:r>
              <a:rPr lang="en-US" sz="3200" dirty="0" smtClean="0"/>
              <a:t>a) Creates a local </a:t>
            </a:r>
            <a:r>
              <a:rPr lang="en-US" sz="3200" dirty="0" smtClean="0">
                <a:solidFill>
                  <a:srgbClr val="FFFF00"/>
                </a:solidFill>
              </a:rPr>
              <a:t>Bacpac</a:t>
            </a:r>
          </a:p>
          <a:p>
            <a:r>
              <a:rPr lang="en-US" sz="3200" dirty="0" smtClean="0"/>
              <a:t> </a:t>
            </a:r>
            <a:r>
              <a:rPr lang="en-US" sz="3200" dirty="0"/>
              <a:t>	</a:t>
            </a:r>
            <a:r>
              <a:rPr lang="en-US" sz="3200" dirty="0" smtClean="0"/>
              <a:t>	b) Use SSMS, SSDT</a:t>
            </a:r>
            <a:r>
              <a:rPr lang="en-US" sz="3200" dirty="0"/>
              <a:t> </a:t>
            </a:r>
            <a:r>
              <a:rPr lang="en-US" sz="3200" dirty="0" smtClean="0"/>
              <a:t>or Azure Portal to publish</a:t>
            </a:r>
          </a:p>
          <a:p>
            <a:r>
              <a:rPr lang="en-US" sz="2000" i="1" dirty="0" smtClean="0"/>
              <a:t>Export from local:</a:t>
            </a:r>
          </a:p>
          <a:p>
            <a:r>
              <a:rPr lang="en-US" i="1" dirty="0" smtClean="0"/>
              <a:t>C</a:t>
            </a:r>
            <a:r>
              <a:rPr lang="en-US" i="1" dirty="0"/>
              <a:t>:\Program Files (x86)\Microsoft SQL </a:t>
            </a:r>
            <a:r>
              <a:rPr lang="en-US" i="1" dirty="0" smtClean="0"/>
              <a:t>Server\130\DAC\bin\sqlpackage.exe</a:t>
            </a:r>
            <a:r>
              <a:rPr lang="en-US" i="1" dirty="0"/>
              <a:t>” /</a:t>
            </a:r>
            <a:r>
              <a:rPr lang="en-US" i="1" dirty="0" err="1"/>
              <a:t>a:Export</a:t>
            </a:r>
            <a:r>
              <a:rPr lang="en-US" i="1" dirty="0"/>
              <a:t> /</a:t>
            </a:r>
            <a:r>
              <a:rPr lang="en-US" i="1" dirty="0" err="1" smtClean="0"/>
              <a:t>ssn:localhost</a:t>
            </a:r>
            <a:r>
              <a:rPr lang="en-US" i="1" dirty="0" smtClean="0"/>
              <a:t> </a:t>
            </a:r>
            <a:r>
              <a:rPr lang="en-US" i="1" dirty="0"/>
              <a:t>/</a:t>
            </a:r>
            <a:r>
              <a:rPr lang="en-US" i="1" dirty="0" smtClean="0"/>
              <a:t>sdn:AdventureWorksDW2014 </a:t>
            </a:r>
            <a:r>
              <a:rPr lang="en-US" i="1" dirty="0"/>
              <a:t>/</a:t>
            </a:r>
            <a:r>
              <a:rPr lang="en-US" i="1" dirty="0" err="1"/>
              <a:t>tf:C</a:t>
            </a:r>
            <a:r>
              <a:rPr lang="en-US" i="1" dirty="0" smtClean="0"/>
              <a:t>:\</a:t>
            </a:r>
            <a:r>
              <a:rPr lang="en-US" i="1" dirty="0" err="1" smtClean="0"/>
              <a:t>Bacpacs</a:t>
            </a:r>
            <a:r>
              <a:rPr lang="en-US" i="1" dirty="0" smtClean="0"/>
              <a:t>\AW2014DW.Bacpac</a:t>
            </a:r>
          </a:p>
          <a:p>
            <a:endParaRPr lang="en-US" i="1" dirty="0"/>
          </a:p>
          <a:p>
            <a:r>
              <a:rPr lang="en-US" sz="2000" i="1" dirty="0" smtClean="0"/>
              <a:t>Import/Publish to Azure:</a:t>
            </a:r>
          </a:p>
          <a:p>
            <a:r>
              <a:rPr lang="en-US" i="1" dirty="0"/>
              <a:t>C:\Program Files (x86)\Microsoft SQL </a:t>
            </a:r>
            <a:r>
              <a:rPr lang="en-US" i="1" dirty="0" smtClean="0"/>
              <a:t>Server\130\DAC\bin\sqlpackage.exe</a:t>
            </a:r>
            <a:r>
              <a:rPr lang="en-US" i="1" dirty="0"/>
              <a:t>” /</a:t>
            </a:r>
            <a:r>
              <a:rPr lang="en-US" i="1" dirty="0" err="1"/>
              <a:t>a:Import</a:t>
            </a:r>
            <a:r>
              <a:rPr lang="en-US" i="1" dirty="0"/>
              <a:t> /</a:t>
            </a:r>
            <a:r>
              <a:rPr lang="en-US" i="1" dirty="0" err="1"/>
              <a:t>sf:C</a:t>
            </a:r>
            <a:r>
              <a:rPr lang="en-US" i="1" dirty="0" smtClean="0"/>
              <a:t>:\</a:t>
            </a:r>
            <a:r>
              <a:rPr lang="en-US" i="1" dirty="0" err="1" smtClean="0"/>
              <a:t>Bacpacs</a:t>
            </a:r>
            <a:r>
              <a:rPr lang="en-US" i="1" dirty="0" smtClean="0"/>
              <a:t>\AW2014DW.bacpac </a:t>
            </a:r>
            <a:r>
              <a:rPr lang="en-US" i="1" dirty="0"/>
              <a:t>/</a:t>
            </a:r>
            <a:r>
              <a:rPr lang="en-US" i="1" dirty="0" smtClean="0"/>
              <a:t>tsn:yourdbserver01.database.windows.net </a:t>
            </a:r>
            <a:r>
              <a:rPr lang="en-US" i="1" dirty="0"/>
              <a:t>/</a:t>
            </a:r>
            <a:r>
              <a:rPr lang="en-US" i="1" dirty="0" smtClean="0"/>
              <a:t>tdn:</a:t>
            </a:r>
            <a:r>
              <a:rPr lang="en-US" i="1" dirty="0"/>
              <a:t>AdventureWorksDW2014</a:t>
            </a:r>
            <a:r>
              <a:rPr lang="en-US" i="1" dirty="0" smtClean="0"/>
              <a:t> </a:t>
            </a:r>
            <a:r>
              <a:rPr lang="en-US" i="1" dirty="0"/>
              <a:t>/</a:t>
            </a:r>
            <a:r>
              <a:rPr lang="en-US" i="1" dirty="0" smtClean="0"/>
              <a:t>tu:myadmin@yourdbserver01 </a:t>
            </a:r>
            <a:r>
              <a:rPr lang="en-US" i="1" dirty="0"/>
              <a:t>/tp:Pa55w0rd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00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/>
              <a:t>Migrate On-Premises DB to Azure 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Upsizing Method 3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1</a:t>
            </a:r>
            <a:r>
              <a:rPr lang="en-US" sz="3200" smtClean="0"/>
              <a:t>) </a:t>
            </a:r>
            <a:r>
              <a:rPr lang="en-US" sz="3200" smtClean="0">
                <a:solidFill>
                  <a:srgbClr val="FF0000"/>
                </a:solidFill>
              </a:rPr>
              <a:t>DACFx</a:t>
            </a:r>
            <a:endParaRPr lang="en-US" sz="3200" dirty="0" smtClean="0"/>
          </a:p>
        </p:txBody>
      </p:sp>
      <p:pic>
        <p:nvPicPr>
          <p:cNvPr id="1030" name="Picture 6" descr="http://www.mdxers.org/forums/attachments/general-off-topic/16296d1076766644-fedex-vs-ups-your-thoughts-fedexup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428" y="2825196"/>
            <a:ext cx="5715000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66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/>
              <a:t>Migrate On-Premises DB to Azure 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Upsizing Method 4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1) </a:t>
            </a:r>
            <a:r>
              <a:rPr lang="en-US" sz="3200" dirty="0" smtClean="0">
                <a:solidFill>
                  <a:srgbClr val="FF0000"/>
                </a:solidFill>
              </a:rPr>
              <a:t>SSDT</a:t>
            </a:r>
            <a:r>
              <a:rPr lang="en-US" sz="3200" dirty="0" smtClean="0"/>
              <a:t> –</a:t>
            </a:r>
          </a:p>
          <a:p>
            <a:r>
              <a:rPr lang="en-US" sz="3200" dirty="0" smtClean="0"/>
              <a:t>	</a:t>
            </a:r>
            <a:r>
              <a:rPr lang="en-US" sz="3200" dirty="0"/>
              <a:t>	</a:t>
            </a:r>
            <a:r>
              <a:rPr lang="en-US" sz="3200" dirty="0" smtClean="0"/>
              <a:t>a) Create SQL Database Project from a local DB</a:t>
            </a:r>
            <a:endParaRPr lang="en-US" sz="3200" dirty="0" smtClean="0">
              <a:solidFill>
                <a:srgbClr val="FFFF00"/>
              </a:solidFill>
            </a:endParaRPr>
          </a:p>
          <a:p>
            <a:r>
              <a:rPr lang="en-US" sz="3200" dirty="0"/>
              <a:t>	</a:t>
            </a:r>
            <a:r>
              <a:rPr lang="en-US" sz="3200" dirty="0" smtClean="0"/>
              <a:t>	b) Set Project Build Properties and Choose Edition</a:t>
            </a:r>
          </a:p>
          <a:p>
            <a:r>
              <a:rPr lang="en-US" sz="3200" dirty="0" smtClean="0"/>
              <a:t>		c) Publish to Azure from Project right-click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	d) Check project into TFS/</a:t>
            </a:r>
            <a:r>
              <a:rPr lang="en-US" sz="3200" dirty="0" err="1" smtClean="0"/>
              <a:t>Git</a:t>
            </a:r>
            <a:endParaRPr lang="en-US" sz="3200" dirty="0" smtClean="0"/>
          </a:p>
          <a:p>
            <a:r>
              <a:rPr lang="en-US" sz="3200" dirty="0"/>
              <a:t>	</a:t>
            </a:r>
            <a:r>
              <a:rPr lang="en-US" sz="3200" dirty="0" smtClean="0"/>
              <a:t>	e) SSDT becomes your DB </a:t>
            </a:r>
            <a:r>
              <a:rPr lang="en-US" sz="3200" dirty="0" err="1" smtClean="0"/>
              <a:t>Mgmt</a:t>
            </a:r>
            <a:r>
              <a:rPr lang="en-US" sz="3200" dirty="0" smtClean="0"/>
              <a:t>/C.I. Tool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	 f) All </a:t>
            </a:r>
            <a:r>
              <a:rPr lang="en-US" sz="3200" dirty="0" err="1" smtClean="0"/>
              <a:t>Devs</a:t>
            </a:r>
            <a:r>
              <a:rPr lang="en-US" sz="3200" dirty="0" smtClean="0"/>
              <a:t>/DBAs should use SSDT/VS – or else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0983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 err="1" smtClean="0"/>
              <a:t>BacKup</a:t>
            </a:r>
            <a:r>
              <a:rPr lang="en-US" dirty="0" smtClean="0"/>
              <a:t> to URL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	</a:t>
            </a:r>
            <a:r>
              <a:rPr lang="en-US" sz="3200" dirty="0" smtClean="0"/>
              <a:t>1) </a:t>
            </a:r>
            <a:r>
              <a:rPr lang="en-US" sz="3200" dirty="0" smtClean="0">
                <a:solidFill>
                  <a:srgbClr val="FF0000"/>
                </a:solidFill>
              </a:rPr>
              <a:t>TSQL/Agent Jobs</a:t>
            </a:r>
            <a:endParaRPr lang="en-US" sz="3200" dirty="0" smtClean="0"/>
          </a:p>
          <a:p>
            <a:r>
              <a:rPr lang="en-US" sz="3200" dirty="0" smtClean="0"/>
              <a:t>	</a:t>
            </a:r>
            <a:r>
              <a:rPr lang="en-US" sz="3200" dirty="0"/>
              <a:t>	</a:t>
            </a:r>
            <a:r>
              <a:rPr lang="en-US" sz="3200" dirty="0" smtClean="0"/>
              <a:t>a) Azure Just another file destination</a:t>
            </a:r>
            <a:endParaRPr lang="en-US" sz="3200" dirty="0" smtClean="0">
              <a:solidFill>
                <a:srgbClr val="FFFF00"/>
              </a:solidFill>
            </a:endParaRPr>
          </a:p>
          <a:p>
            <a:r>
              <a:rPr lang="en-US" sz="3200" dirty="0"/>
              <a:t>	</a:t>
            </a:r>
            <a:r>
              <a:rPr lang="en-US" sz="3200" dirty="0" smtClean="0"/>
              <a:t>	b) Becomes part of the backup chain</a:t>
            </a:r>
          </a:p>
          <a:p>
            <a:r>
              <a:rPr lang="en-US" sz="3200" dirty="0" smtClean="0"/>
              <a:t>		c) Create SQL Credential from Storage Acct/Key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	d) Do NOT interrupt the upload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9475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 err="1" smtClean="0"/>
              <a:t>BacKup</a:t>
            </a:r>
            <a:r>
              <a:rPr lang="en-US" dirty="0" smtClean="0"/>
              <a:t> to URL - TSQL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41955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BACKUP DATABASE AdventureWorks2014  TO URL = </a:t>
            </a:r>
            <a:r>
              <a:rPr lang="en-US" sz="2000" dirty="0" smtClean="0"/>
              <a:t>'https://INSYNCVASTOR01.blob.core.windows.net/backup102/AdventureWorks2014.bak' </a:t>
            </a:r>
          </a:p>
          <a:p>
            <a:r>
              <a:rPr lang="en-US" sz="2000" dirty="0" smtClean="0"/>
              <a:t>	</a:t>
            </a:r>
            <a:r>
              <a:rPr lang="en-US" sz="2800" dirty="0" smtClean="0"/>
              <a:t>WITH CREDENTIAL = '</a:t>
            </a:r>
            <a:r>
              <a:rPr lang="en-US" sz="2800" dirty="0" err="1" smtClean="0"/>
              <a:t>AzureSQLStore</a:t>
            </a:r>
            <a:r>
              <a:rPr lang="en-US" sz="2800" dirty="0" smtClean="0"/>
              <a:t>' </a:t>
            </a:r>
          </a:p>
          <a:p>
            <a:r>
              <a:rPr lang="en-US" sz="2800" dirty="0" smtClean="0"/>
              <a:t>	,COMPRESSION</a:t>
            </a:r>
          </a:p>
          <a:p>
            <a:r>
              <a:rPr lang="en-US" sz="2800" dirty="0" smtClean="0"/>
              <a:t>     	,FORMAT</a:t>
            </a:r>
          </a:p>
          <a:p>
            <a:r>
              <a:rPr lang="en-US" sz="2800" dirty="0" smtClean="0"/>
              <a:t>     	,INIT</a:t>
            </a:r>
          </a:p>
          <a:p>
            <a:r>
              <a:rPr lang="en-US" sz="2800" dirty="0" smtClean="0"/>
              <a:t>     	,STATS = 1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8952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 err="1" smtClean="0"/>
              <a:t>BacKup</a:t>
            </a:r>
            <a:r>
              <a:rPr lang="en-US" dirty="0" smtClean="0"/>
              <a:t> to URL - Powershell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41955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$</a:t>
            </a:r>
            <a:r>
              <a:rPr lang="en-US" sz="2000" dirty="0" err="1"/>
              <a:t>credentialName</a:t>
            </a:r>
            <a:r>
              <a:rPr lang="en-US" sz="2000" dirty="0"/>
              <a:t> = "</a:t>
            </a:r>
            <a:r>
              <a:rPr lang="en-US" sz="2000" dirty="0" err="1"/>
              <a:t>AzureSQLStore</a:t>
            </a:r>
            <a:r>
              <a:rPr lang="en-US" sz="2000" dirty="0"/>
              <a:t>"</a:t>
            </a:r>
          </a:p>
          <a:p>
            <a:r>
              <a:rPr lang="en-US" sz="2000" dirty="0"/>
              <a:t>$</a:t>
            </a:r>
            <a:r>
              <a:rPr lang="en-US" sz="2000" dirty="0" err="1"/>
              <a:t>targetbackupFile</a:t>
            </a:r>
            <a:r>
              <a:rPr lang="en-US" sz="2000" dirty="0"/>
              <a:t> = "AdventureWorks2014.bak"</a:t>
            </a:r>
          </a:p>
          <a:p>
            <a:r>
              <a:rPr lang="en-US" sz="2000" dirty="0"/>
              <a:t>Backup-</a:t>
            </a:r>
            <a:r>
              <a:rPr lang="en-US" sz="2000" dirty="0" err="1"/>
              <a:t>SqlDatabase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ServerInstance</a:t>
            </a:r>
            <a:r>
              <a:rPr lang="en-US" sz="2000" dirty="0"/>
              <a:t> "localhost"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/>
              <a:t>Database "AdventureWorks2014"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backupFile</a:t>
            </a:r>
            <a:r>
              <a:rPr lang="en-US" sz="2000" dirty="0"/>
              <a:t> $</a:t>
            </a:r>
            <a:r>
              <a:rPr lang="en-US" sz="2000" dirty="0" err="1"/>
              <a:t>targetbackupFile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SqlCredential</a:t>
            </a:r>
            <a:r>
              <a:rPr lang="en-US" sz="2000" dirty="0"/>
              <a:t> $</a:t>
            </a:r>
            <a:r>
              <a:rPr lang="en-US" sz="2000" dirty="0" err="1"/>
              <a:t>credentialName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CompressionOption</a:t>
            </a:r>
            <a:r>
              <a:rPr lang="en-US" sz="2000" dirty="0"/>
              <a:t> On `</a:t>
            </a:r>
          </a:p>
          <a:p>
            <a:r>
              <a:rPr lang="en-US" sz="2000" dirty="0"/>
              <a:t>    </a:t>
            </a:r>
            <a:r>
              <a:rPr lang="en-US" sz="2000" dirty="0" smtClean="0"/>
              <a:t>	-</a:t>
            </a:r>
            <a:r>
              <a:rPr lang="en-US" sz="2000" dirty="0" err="1" smtClean="0"/>
              <a:t>BackupContainer</a:t>
            </a:r>
            <a:r>
              <a:rPr lang="en-US" sz="2000" dirty="0" smtClean="0"/>
              <a:t> </a:t>
            </a:r>
            <a:r>
              <a:rPr lang="en-US" sz="2000" dirty="0"/>
              <a:t>"https://</a:t>
            </a:r>
            <a:r>
              <a:rPr lang="en-US" sz="2000" dirty="0" smtClean="0"/>
              <a:t>insyncvastor01.blob.core.windows.net/backup102/" 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BackupAction</a:t>
            </a:r>
            <a:r>
              <a:rPr lang="en-US" sz="2000" dirty="0"/>
              <a:t> Database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CopyOnly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 err="1"/>
              <a:t>MediaDescription</a:t>
            </a:r>
            <a:r>
              <a:rPr lang="en-US" sz="2000" dirty="0"/>
              <a:t> "Daily Backup (Get-Date).</a:t>
            </a:r>
            <a:r>
              <a:rPr lang="en-US" sz="2000" dirty="0" err="1"/>
              <a:t>ToString</a:t>
            </a:r>
            <a:r>
              <a:rPr lang="en-US" sz="2000" dirty="0"/>
              <a:t>('</a:t>
            </a:r>
            <a:r>
              <a:rPr lang="en-US" sz="2000" dirty="0" err="1"/>
              <a:t>yyyy</a:t>
            </a:r>
            <a:r>
              <a:rPr lang="en-US" sz="2000" dirty="0"/>
              <a:t>-MM-</a:t>
            </a:r>
            <a:r>
              <a:rPr lang="en-US" sz="2000" dirty="0" err="1"/>
              <a:t>dd</a:t>
            </a:r>
            <a:r>
              <a:rPr lang="en-US" sz="2000" dirty="0"/>
              <a:t>')"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/>
              <a:t>Checksum </a:t>
            </a:r>
          </a:p>
        </p:txBody>
      </p:sp>
    </p:spTree>
    <p:extLst>
      <p:ext uri="{BB962C8B-B14F-4D97-AF65-F5344CB8AC3E}">
        <p14:creationId xmlns:p14="http://schemas.microsoft.com/office/powerpoint/2010/main" val="41229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 smtClean="0"/>
              <a:t>Stretch Database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4210" y="1306071"/>
            <a:ext cx="111558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Use CTP 3.2 Sample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Adventureworks2016CTP3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SSMS Gui to Turn on and Monitor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4 New DMVs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No Powershell cmdlets - yet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Script-out shows new DB and Table properties	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5911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17479"/>
            <a:ext cx="9468457" cy="832592"/>
          </a:xfrm>
        </p:spPr>
        <p:txBody>
          <a:bodyPr>
            <a:noAutofit/>
          </a:bodyPr>
          <a:lstStyle/>
          <a:p>
            <a:r>
              <a:rPr lang="en-US" dirty="0" smtClean="0"/>
              <a:t>Microsoft: One Request</a:t>
            </a:r>
            <a:endParaRPr lang="en-US" b="1" dirty="0"/>
          </a:p>
        </p:txBody>
      </p:sp>
      <p:pic>
        <p:nvPicPr>
          <p:cNvPr id="1026" name="Picture 2" descr="http://cdn.meme.am/instances/643182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416" y="1267326"/>
            <a:ext cx="5009983" cy="50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15773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586</TotalTime>
  <Words>130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Cooper Black</vt:lpstr>
      <vt:lpstr>Wingdings 3</vt:lpstr>
      <vt:lpstr>Slice</vt:lpstr>
      <vt:lpstr>Azure SQL – Cloud me</vt:lpstr>
      <vt:lpstr>Agenda</vt:lpstr>
      <vt:lpstr>Migrate On-Premises DB to Azure SQL</vt:lpstr>
      <vt:lpstr>Migrate On-Premises DB to Azure SQL</vt:lpstr>
      <vt:lpstr>Migrate On-Premises DB to Azure SQL</vt:lpstr>
      <vt:lpstr>Migrate On-Premises DB to Azure SQL</vt:lpstr>
      <vt:lpstr>Migrate On-Premises DB to Azure SQL</vt:lpstr>
      <vt:lpstr>BacKup to URL</vt:lpstr>
      <vt:lpstr>BacKup to URL - TSQL</vt:lpstr>
      <vt:lpstr>BacKup to URL - Powershell</vt:lpstr>
      <vt:lpstr>Stretch Database</vt:lpstr>
      <vt:lpstr>Microsoft: One Request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Plan Breakout</dc:title>
  <dc:creator>George Walkey</dc:creator>
  <cp:lastModifiedBy>George Walkey</cp:lastModifiedBy>
  <cp:revision>163</cp:revision>
  <dcterms:created xsi:type="dcterms:W3CDTF">2015-12-16T18:11:38Z</dcterms:created>
  <dcterms:modified xsi:type="dcterms:W3CDTF">2016-01-13T15:51:42Z</dcterms:modified>
</cp:coreProperties>
</file>